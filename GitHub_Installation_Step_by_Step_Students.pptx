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46304" cy="4480560"/>
          </a:xfrm>
          <a:prstGeom prst="rect">
            <a:avLst/>
          </a:prstGeom>
          <a:solidFill>
            <a:srgbClr val="2A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GITHUB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1031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DDCF2"/>
                </a:solidFill>
                <a:latin typeface="Aptos"/>
              </a:defRPr>
            </a:pPr>
            <a:r>
              <a:t>Step-by-Step Guide 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8803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Install Git • Configure Git • Create a GitHub account • Push your first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50749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4C3D7"/>
                </a:solidFill>
                <a:latin typeface="Aptos"/>
              </a:defRPr>
            </a:pPr>
            <a:r>
              <a:t>Classroom demonstration | Windows 10/11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1. Git vs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Understand the tools before installation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38528"/>
            <a:ext cx="566928" cy="566928"/>
          </a:xfrm>
          <a:prstGeom prst="ellipse">
            <a:avLst/>
          </a:prstGeom>
          <a:solidFill>
            <a:srgbClr val="2A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87451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22038"/>
                </a:solidFill>
                <a:latin typeface="Aptos"/>
              </a:defRPr>
            </a:pPr>
            <a:r>
              <a:t>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304288"/>
            <a:ext cx="4343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C"/>
                </a:solidFill>
                <a:latin typeface="Aptos"/>
              </a:defRPr>
            </a:pPr>
            <a:r>
              <a:t>A version-control tool installed on your computer. It tracks file changes and lets you create commits.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1938528"/>
            <a:ext cx="566928" cy="566928"/>
          </a:xfrm>
          <a:prstGeom prst="ellipse">
            <a:avLst/>
          </a:prstGeom>
          <a:solidFill>
            <a:srgbClr val="23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187451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22038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304288"/>
            <a:ext cx="4343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C"/>
                </a:solidFill>
                <a:latin typeface="Aptos"/>
              </a:defRPr>
            </a:pPr>
            <a:r>
              <a:t>An online platform for hosting Git repositories, collaborating, and sharing projects.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2038"/>
                </a:solidFill>
                <a:latin typeface="Aptos"/>
              </a:defRPr>
            </a:pPr>
            <a:r>
              <a:t>Remember: Git is the tool; GitHub is the online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2. Download Git for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Use the official download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2D3C"/>
                </a:solidFill>
                <a:latin typeface="Aptos"/>
              </a:defRPr>
            </a:pPr>
            <a:r>
              <a:t>Open this link in your browser: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A6EDC"/>
                </a:solidFill>
                <a:latin typeface="Aptos"/>
              </a:defRPr>
            </a:pPr>
            <a:r>
              <a:t>https://git-scm.com/download/win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78992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Choose the Windows installer that matches your system.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If the website starts the download automatically, wait for it to finish.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Avoid third-party download sites.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645920"/>
            <a:ext cx="2560320" cy="3291840"/>
          </a:xfrm>
          <a:prstGeom prst="roundRect">
            <a:avLst/>
          </a:prstGeom>
          <a:solidFill>
            <a:srgbClr val="F1F6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39669"/>
                </a:solidFill>
                <a:latin typeface="Aptos"/>
              </a:defRPr>
            </a:pPr>
            <a:r>
              <a:t>OFFICIAL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5603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2038"/>
                </a:solidFill>
                <a:latin typeface="Aptos"/>
              </a:defRPr>
            </a:pPr>
            <a:r>
              <a:t>git-scm.com</a:t>
            </a:r>
          </a:p>
          <a:p>
            <a:pPr algn="ctr">
              <a:defRPr sz="1800" b="1">
                <a:solidFill>
                  <a:srgbClr val="122038"/>
                </a:solidFill>
                <a:latin typeface="Aptos"/>
              </a:defRPr>
            </a:pPr>
          </a:p>
          <a:p>
            <a:pPr algn="ctr">
              <a:defRPr sz="1800" b="1">
                <a:solidFill>
                  <a:srgbClr val="122038"/>
                </a:solidFill>
                <a:latin typeface="Aptos"/>
              </a:defRPr>
            </a:pPr>
            <a:r>
              <a:t>Download</a:t>
            </a:r>
          </a:p>
          <a:p>
            <a:pPr algn="ctr">
              <a:defRPr sz="1800" b="1">
                <a:solidFill>
                  <a:srgbClr val="122038"/>
                </a:solidFill>
                <a:latin typeface="Aptos"/>
              </a:defRPr>
            </a:pPr>
            <a:r>
              <a:t>Git for Windows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3. Install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Typical Windows installer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Open the downloaded .exe file.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Click Next through the setup screens.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Keep the default components unless your trainer specifies otherwise.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For the default editor, select one you are comfortable with; Vim is the default in many setups.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Keep the recommended PATH option so Git works in Command Prompt and terminals.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Click Install, then Finish.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Installer screens can vary by Git version. Read each option before changing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4. Verify the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Confirm Git is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2D3C"/>
                </a:solidFill>
                <a:latin typeface="Aptos"/>
              </a:defRPr>
            </a:pPr>
            <a:r>
              <a:t>Open Git Bash or Command Prompt and run: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698480" cy="914400"/>
          </a:xfrm>
          <a:prstGeom prst="round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git --version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78992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A version number should appear, for example: git version 2.x.x.</a:t>
            </a:r>
          </a:p>
          <a:p>
            <a:pPr>
              <a:spcAft>
                <a:spcPts val="14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If the command is not recognized, close and reopen the terminal; if needed, rerun the installer and check the PATH option.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5. Configure Your Git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Use your own name and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2D3C"/>
                </a:solidFill>
                <a:latin typeface="Aptos"/>
              </a:defRPr>
            </a:pPr>
            <a:r>
              <a:t>Run these commands in Git Bash: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1600200"/>
          </a:xfrm>
          <a:prstGeom prst="round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git config --global user.name "Your Name"</a:t>
            </a:r>
          </a:p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git config --global user.email "you@example.com"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1078992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Replace the sample name and email with your own.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Use an email associated with your GitHub account if you want commits linked to your profile.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Check settings with: git config --global --list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6. Create a GitHub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GitHub account creation happens in your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Visit https://github.com/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Select Sign up and enter your email address.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Create a strong password and choose a professional username.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Complete the verification steps and confirm your email if requested.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Turn on two-factor authentication for better account security.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3737"/>
                </a:solidFill>
                <a:latin typeface="Aptos"/>
              </a:defRPr>
            </a:pPr>
            <a:r>
              <a:t>Never share your password, recovery codes, or authentication codes.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7. Create Your First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A repository is the project space on GitHub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755648"/>
            <a:ext cx="566928" cy="566928"/>
          </a:xfrm>
          <a:prstGeom prst="ellipse">
            <a:avLst/>
          </a:prstGeom>
          <a:solidFill>
            <a:srgbClr val="2A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6916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22038"/>
                </a:solidFill>
                <a:latin typeface="Aptos"/>
              </a:defRPr>
            </a:pPr>
            <a:r>
              <a:t>Click “+” → New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21408"/>
            <a:ext cx="4343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C"/>
                </a:solidFill>
                <a:latin typeface="Aptos"/>
              </a:defRPr>
            </a:pPr>
            <a:r>
              <a:t>Choose a clear name, for example: student-java-practice.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1755648"/>
            <a:ext cx="566928" cy="566928"/>
          </a:xfrm>
          <a:prstGeom prst="ellipse">
            <a:avLst/>
          </a:prstGeom>
          <a:solidFill>
            <a:srgbClr val="23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16916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22038"/>
                </a:solidFill>
                <a:latin typeface="Aptos"/>
              </a:defRPr>
            </a:pPr>
            <a:r>
              <a:t>Choose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121408"/>
            <a:ext cx="4343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C"/>
                </a:solidFill>
                <a:latin typeface="Aptos"/>
              </a:defRPr>
            </a:pPr>
            <a:r>
              <a:t>Public for a portfolio project; Private for work you do not want to share publicly.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67328"/>
            <a:ext cx="566928" cy="566928"/>
          </a:xfrm>
          <a:prstGeom prst="ellipse">
            <a:avLst/>
          </a:prstGeom>
          <a:solidFill>
            <a:srgbClr val="2A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7033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22038"/>
                </a:solidFill>
                <a:latin typeface="Aptos"/>
              </a:defRPr>
            </a:pPr>
            <a:r>
              <a:t>Add README (optional)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4133087"/>
            <a:ext cx="4343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C"/>
                </a:solidFill>
                <a:latin typeface="Aptos"/>
              </a:defRPr>
            </a:pPr>
            <a:r>
              <a:t>A README describes the project. Click Create repository.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3767328"/>
            <a:ext cx="566928" cy="566928"/>
          </a:xfrm>
          <a:prstGeom prst="ellipse">
            <a:avLst/>
          </a:prstGeom>
          <a:solidFill>
            <a:srgbClr val="23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37033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22038"/>
                </a:solidFill>
                <a:latin typeface="Aptos"/>
              </a:defRPr>
            </a:pPr>
            <a:r>
              <a:t>Copy the repository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4133087"/>
            <a:ext cx="4343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C"/>
                </a:solidFill>
                <a:latin typeface="Aptos"/>
              </a:defRPr>
            </a:pPr>
            <a:r>
              <a:t>Use the HTTPS URL when connecting your local project to GitHub.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8. Push a Local Project to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Run these commands from your project folder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72800" cy="3383280"/>
          </a:xfrm>
          <a:prstGeom prst="round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241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git init</a:t>
            </a:r>
          </a:p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git add .</a:t>
            </a:r>
          </a:p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git commit -m "Initial commit"</a:t>
            </a:r>
          </a:p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git branch -M main</a:t>
            </a:r>
          </a:p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git remote add origin https://github.com/USERNAME/REPOSITORY.git</a:t>
            </a:r>
          </a:p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git push -u origin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2D3C"/>
                </a:solidFill>
                <a:latin typeface="Aptos"/>
              </a:defRPr>
            </a:pPr>
            <a:r>
              <a:t>Replace USERNAME/REPOSITORY with your actual GitHub details. Run commands one by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080"/>
                </a:solidFill>
                <a:latin typeface="Aptos"/>
              </a:defRPr>
            </a:pPr>
            <a:r>
              <a:t>If Git asks you to sign in, follow the browser or credential prompt. Do not paste your password into scripts.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9. Common Issues and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Quick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“git is not recognized” → Reopen terminal; check Git installation and PATH.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“Author identity unknown” → Set user.name and user.email.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“remote origin already exists” → Check with git remote -v; update the URL if needed.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“rejected / fetch first” → The remote may already contain commits; inspect the repository before pulling or pushing.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Authentication error → Complete GitHub sign-in or configure the supported credential method.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10. Student Practice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080"/>
                </a:solidFill>
                <a:latin typeface="Aptos"/>
              </a:defRPr>
            </a:pPr>
            <a:r>
              <a:t>Complete these tasks during the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☐ Install Git and verify with git --version.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☐ Configure name and email.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☐ Create a GitHub account and a repository.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☐ Create a small project folder with a README or source file.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☐ Run git add, git commit, and git push.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☐ Open the repository in the browser and confirm the files are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6EDC"/>
                </a:solidFill>
                <a:latin typeface="Aptos"/>
              </a:defRPr>
            </a:pPr>
            <a:r>
              <a:t>Official resources: git-scm.com/download/win  |  docs.github.com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